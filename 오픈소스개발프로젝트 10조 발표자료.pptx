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6" r:id="rId10"/>
    <p:sldId id="264" r:id="rId11"/>
    <p:sldId id="265" r:id="rId12"/>
  </p:sldIdLst>
  <p:sldSz cx="24384000" cy="13716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33" d="100"/>
          <a:sy n="33" d="100"/>
        </p:scale>
        <p:origin x="466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21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12" Type="http://schemas.openxmlformats.org/officeDocument/2006/relationships/image" Target="../media/image20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5" Type="http://schemas.openxmlformats.org/officeDocument/2006/relationships/image" Target="../media/image13.pn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Relationship Id="rId14" Type="http://schemas.openxmlformats.org/officeDocument/2006/relationships/image" Target="../media/image2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13" Type="http://schemas.openxmlformats.org/officeDocument/2006/relationships/image" Target="../media/image38.png"/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12" Type="http://schemas.openxmlformats.org/officeDocument/2006/relationships/image" Target="../media/image37.png"/><Relationship Id="rId2" Type="http://schemas.openxmlformats.org/officeDocument/2006/relationships/image" Target="../media/image27.png"/><Relationship Id="rId16" Type="http://schemas.openxmlformats.org/officeDocument/2006/relationships/image" Target="../media/image4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.png"/><Relationship Id="rId11" Type="http://schemas.openxmlformats.org/officeDocument/2006/relationships/image" Target="../media/image36.png"/><Relationship Id="rId5" Type="http://schemas.openxmlformats.org/officeDocument/2006/relationships/image" Target="../media/image30.png"/><Relationship Id="rId15" Type="http://schemas.openxmlformats.org/officeDocument/2006/relationships/image" Target="../media/image40.png"/><Relationship Id="rId10" Type="http://schemas.openxmlformats.org/officeDocument/2006/relationships/image" Target="../media/image35.png"/><Relationship Id="rId4" Type="http://schemas.openxmlformats.org/officeDocument/2006/relationships/image" Target="../media/image29.png"/><Relationship Id="rId9" Type="http://schemas.openxmlformats.org/officeDocument/2006/relationships/image" Target="../media/image34.png"/><Relationship Id="rId14" Type="http://schemas.openxmlformats.org/officeDocument/2006/relationships/image" Target="../media/image3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13" Type="http://schemas.openxmlformats.org/officeDocument/2006/relationships/image" Target="../media/image47.png"/><Relationship Id="rId3" Type="http://schemas.openxmlformats.org/officeDocument/2006/relationships/image" Target="../media/image42.png"/><Relationship Id="rId7" Type="http://schemas.openxmlformats.org/officeDocument/2006/relationships/image" Target="../media/image32.png"/><Relationship Id="rId12" Type="http://schemas.openxmlformats.org/officeDocument/2006/relationships/image" Target="../media/image46.png"/><Relationship Id="rId2" Type="http://schemas.openxmlformats.org/officeDocument/2006/relationships/image" Target="../media/image24.png"/><Relationship Id="rId16" Type="http://schemas.openxmlformats.org/officeDocument/2006/relationships/image" Target="../media/image4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.png"/><Relationship Id="rId11" Type="http://schemas.openxmlformats.org/officeDocument/2006/relationships/image" Target="../media/image36.png"/><Relationship Id="rId5" Type="http://schemas.openxmlformats.org/officeDocument/2006/relationships/image" Target="../media/image43.png"/><Relationship Id="rId15" Type="http://schemas.openxmlformats.org/officeDocument/2006/relationships/image" Target="../media/image49.png"/><Relationship Id="rId10" Type="http://schemas.openxmlformats.org/officeDocument/2006/relationships/image" Target="../media/image45.png"/><Relationship Id="rId4" Type="http://schemas.openxmlformats.org/officeDocument/2006/relationships/image" Target="../media/image29.png"/><Relationship Id="rId9" Type="http://schemas.openxmlformats.org/officeDocument/2006/relationships/image" Target="../media/image34.png"/><Relationship Id="rId14" Type="http://schemas.openxmlformats.org/officeDocument/2006/relationships/image" Target="../media/image48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13" Type="http://schemas.openxmlformats.org/officeDocument/2006/relationships/image" Target="../media/image56.png"/><Relationship Id="rId3" Type="http://schemas.openxmlformats.org/officeDocument/2006/relationships/image" Target="../media/image50.png"/><Relationship Id="rId7" Type="http://schemas.openxmlformats.org/officeDocument/2006/relationships/image" Target="../media/image52.png"/><Relationship Id="rId12" Type="http://schemas.openxmlformats.org/officeDocument/2006/relationships/image" Target="../media/image55.png"/><Relationship Id="rId2" Type="http://schemas.openxmlformats.org/officeDocument/2006/relationships/image" Target="../media/image27.png"/><Relationship Id="rId16" Type="http://schemas.openxmlformats.org/officeDocument/2006/relationships/image" Target="../media/image4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.png"/><Relationship Id="rId11" Type="http://schemas.openxmlformats.org/officeDocument/2006/relationships/image" Target="../media/image36.png"/><Relationship Id="rId5" Type="http://schemas.openxmlformats.org/officeDocument/2006/relationships/image" Target="../media/image51.png"/><Relationship Id="rId15" Type="http://schemas.openxmlformats.org/officeDocument/2006/relationships/image" Target="../media/image58.png"/><Relationship Id="rId10" Type="http://schemas.openxmlformats.org/officeDocument/2006/relationships/image" Target="../media/image54.png"/><Relationship Id="rId4" Type="http://schemas.openxmlformats.org/officeDocument/2006/relationships/image" Target="../media/image29.png"/><Relationship Id="rId9" Type="http://schemas.openxmlformats.org/officeDocument/2006/relationships/image" Target="../media/image34.png"/><Relationship Id="rId14" Type="http://schemas.openxmlformats.org/officeDocument/2006/relationships/image" Target="../media/image57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png"/><Relationship Id="rId13" Type="http://schemas.openxmlformats.org/officeDocument/2006/relationships/image" Target="../media/image69.png"/><Relationship Id="rId3" Type="http://schemas.openxmlformats.org/officeDocument/2006/relationships/image" Target="../media/image59.png"/><Relationship Id="rId7" Type="http://schemas.openxmlformats.org/officeDocument/2006/relationships/image" Target="../media/image63.png"/><Relationship Id="rId12" Type="http://schemas.openxmlformats.org/officeDocument/2006/relationships/image" Target="../media/image68.png"/><Relationship Id="rId17" Type="http://schemas.openxmlformats.org/officeDocument/2006/relationships/image" Target="../media/image73.png"/><Relationship Id="rId2" Type="http://schemas.openxmlformats.org/officeDocument/2006/relationships/image" Target="../media/image24.png"/><Relationship Id="rId16" Type="http://schemas.openxmlformats.org/officeDocument/2006/relationships/image" Target="../media/image7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2.png"/><Relationship Id="rId11" Type="http://schemas.openxmlformats.org/officeDocument/2006/relationships/image" Target="../media/image67.png"/><Relationship Id="rId5" Type="http://schemas.openxmlformats.org/officeDocument/2006/relationships/image" Target="../media/image61.png"/><Relationship Id="rId15" Type="http://schemas.openxmlformats.org/officeDocument/2006/relationships/image" Target="../media/image71.png"/><Relationship Id="rId10" Type="http://schemas.openxmlformats.org/officeDocument/2006/relationships/image" Target="../media/image66.png"/><Relationship Id="rId4" Type="http://schemas.openxmlformats.org/officeDocument/2006/relationships/image" Target="../media/image60.png"/><Relationship Id="rId9" Type="http://schemas.openxmlformats.org/officeDocument/2006/relationships/image" Target="../media/image65.png"/><Relationship Id="rId14" Type="http://schemas.openxmlformats.org/officeDocument/2006/relationships/image" Target="../media/image7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7" Type="http://schemas.openxmlformats.org/officeDocument/2006/relationships/image" Target="../media/image78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7.png"/><Relationship Id="rId5" Type="http://schemas.openxmlformats.org/officeDocument/2006/relationships/image" Target="../media/image76.png"/><Relationship Id="rId4" Type="http://schemas.openxmlformats.org/officeDocument/2006/relationships/image" Target="../media/image7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7" Type="http://schemas.openxmlformats.org/officeDocument/2006/relationships/image" Target="../media/image81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0.png"/><Relationship Id="rId5" Type="http://schemas.openxmlformats.org/officeDocument/2006/relationships/image" Target="../media/image79.png"/><Relationship Id="rId4" Type="http://schemas.openxmlformats.org/officeDocument/2006/relationships/image" Target="../media/image7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4.png"/><Relationship Id="rId5" Type="http://schemas.openxmlformats.org/officeDocument/2006/relationships/image" Target="../media/image83.png"/><Relationship Id="rId4" Type="http://schemas.openxmlformats.org/officeDocument/2006/relationships/image" Target="../media/image82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58A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900" y="520700"/>
            <a:ext cx="23190200" cy="126238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67800" y="11925300"/>
            <a:ext cx="6261100" cy="6858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900" y="3606800"/>
            <a:ext cx="3746500" cy="64516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6200000">
            <a:off x="3225800" y="6413500"/>
            <a:ext cx="2921000" cy="8890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0" y="5283200"/>
            <a:ext cx="1498600" cy="31623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10800000">
            <a:off x="20015200" y="3606800"/>
            <a:ext cx="3746500" cy="64516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5400000">
            <a:off x="18211800" y="6350000"/>
            <a:ext cx="2921000" cy="8890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0800000">
            <a:off x="22225000" y="5219700"/>
            <a:ext cx="1498600" cy="31623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03800" y="8178800"/>
            <a:ext cx="14605000" cy="4318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59300" y="5105400"/>
            <a:ext cx="15265400" cy="24384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>
            <a:off x="11353800" y="774700"/>
            <a:ext cx="1663700" cy="7366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>
            <a:alphaModFix amt="5000"/>
          </a:blip>
          <a:stretch>
            <a:fillRect/>
          </a:stretch>
        </p:blipFill>
        <p:spPr>
          <a:xfrm>
            <a:off x="812800" y="3695700"/>
            <a:ext cx="22758400" cy="91821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99900" y="11861800"/>
            <a:ext cx="571500" cy="3429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0800000">
            <a:off x="11899900" y="9664700"/>
            <a:ext cx="571500" cy="3429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89100" y="4330700"/>
            <a:ext cx="6642100" cy="42799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64600" y="4330700"/>
            <a:ext cx="6642100" cy="42799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052800" y="4330700"/>
            <a:ext cx="6642100" cy="42799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484600" y="5969000"/>
            <a:ext cx="5778500" cy="381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96400" y="5969000"/>
            <a:ext cx="5778500" cy="381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08200" y="5969000"/>
            <a:ext cx="5778500" cy="381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383000" y="6400800"/>
            <a:ext cx="5892800" cy="18161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26600" y="6400800"/>
            <a:ext cx="5130800" cy="18161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328400" y="4851400"/>
            <a:ext cx="1727200" cy="9017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8516600" y="4851400"/>
            <a:ext cx="1739900" cy="9017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171700" y="6870700"/>
            <a:ext cx="5651500" cy="8763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140200" y="4851400"/>
            <a:ext cx="1727200" cy="9017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867400" y="1917700"/>
            <a:ext cx="12966700" cy="1358900"/>
          </a:xfrm>
          <a:prstGeom prst="rect">
            <a:avLst/>
          </a:prstGeom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524000" y="10375900"/>
            <a:ext cx="21348700" cy="11049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>
            <a:off x="11353800" y="774700"/>
            <a:ext cx="1663700" cy="7366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>
            <a:alphaModFix amt="5000"/>
          </a:blip>
          <a:stretch>
            <a:fillRect/>
          </a:stretch>
        </p:blipFill>
        <p:spPr>
          <a:xfrm>
            <a:off x="812800" y="3695700"/>
            <a:ext cx="22758400" cy="91821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40800" y="1841500"/>
            <a:ext cx="6489700" cy="15240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54200" y="3962400"/>
            <a:ext cx="20535900" cy="86487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5000"/>
          </a:blip>
          <a:stretch>
            <a:fillRect/>
          </a:stretch>
        </p:blipFill>
        <p:spPr>
          <a:xfrm>
            <a:off x="812800" y="3695700"/>
            <a:ext cx="22758400" cy="91821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>
            <a:off x="11353800" y="774700"/>
            <a:ext cx="1663700" cy="7366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>
            <a:alphaModFix amt="50000"/>
          </a:blip>
          <a:stretch>
            <a:fillRect/>
          </a:stretch>
        </p:blipFill>
        <p:spPr>
          <a:xfrm>
            <a:off x="635000" y="406400"/>
            <a:ext cx="3873500" cy="7493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51700" y="1917700"/>
            <a:ext cx="9893300" cy="13589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40900" y="4419600"/>
            <a:ext cx="13004800" cy="76708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61600" y="6210300"/>
            <a:ext cx="11963400" cy="381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38300" y="4419600"/>
            <a:ext cx="6883400" cy="76708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-5400000">
            <a:off x="9893300" y="7302500"/>
            <a:ext cx="939800" cy="762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-5400000">
            <a:off x="9893300" y="9169400"/>
            <a:ext cx="939800" cy="762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-5400000">
            <a:off x="9893300" y="10985500"/>
            <a:ext cx="939800" cy="762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-16200000">
            <a:off x="8166100" y="7861300"/>
            <a:ext cx="1371600" cy="8001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287000" y="5003800"/>
            <a:ext cx="8928100" cy="9017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680700" y="7048500"/>
            <a:ext cx="11379200" cy="6223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680700" y="8864600"/>
            <a:ext cx="11379200" cy="7112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680700" y="10693400"/>
            <a:ext cx="11379200" cy="7112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044700" y="7467600"/>
            <a:ext cx="6070600" cy="28575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530600" y="5422900"/>
            <a:ext cx="3086100" cy="812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5000"/>
          </a:blip>
          <a:stretch>
            <a:fillRect/>
          </a:stretch>
        </p:blipFill>
        <p:spPr>
          <a:xfrm>
            <a:off x="812800" y="3695700"/>
            <a:ext cx="22758400" cy="91821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>
            <a:off x="11353800" y="774700"/>
            <a:ext cx="1663700" cy="7366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>
            <a:alphaModFix amt="50000"/>
          </a:blip>
          <a:stretch>
            <a:fillRect/>
          </a:stretch>
        </p:blipFill>
        <p:spPr>
          <a:xfrm>
            <a:off x="635000" y="406400"/>
            <a:ext cx="3873500" cy="7493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56400" y="1917700"/>
            <a:ext cx="10871200" cy="13589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40900" y="4419600"/>
            <a:ext cx="13004800" cy="76708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61600" y="6210300"/>
            <a:ext cx="11963400" cy="381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38300" y="4419600"/>
            <a:ext cx="6883400" cy="76708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-5400000">
            <a:off x="9893300" y="7302500"/>
            <a:ext cx="939800" cy="762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-5400000">
            <a:off x="9893300" y="9169400"/>
            <a:ext cx="939800" cy="762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-5400000">
            <a:off x="9893300" y="10985500"/>
            <a:ext cx="939800" cy="762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-16200000">
            <a:off x="8166100" y="7861300"/>
            <a:ext cx="1371600" cy="8001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287000" y="5003800"/>
            <a:ext cx="8928100" cy="9017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680700" y="6667500"/>
            <a:ext cx="11379200" cy="13843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680700" y="8826500"/>
            <a:ext cx="11379200" cy="8001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680700" y="10642600"/>
            <a:ext cx="11379200" cy="8001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044700" y="7467600"/>
            <a:ext cx="6070600" cy="28575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530600" y="5422900"/>
            <a:ext cx="3086100" cy="812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5000"/>
          </a:blip>
          <a:stretch>
            <a:fillRect/>
          </a:stretch>
        </p:blipFill>
        <p:spPr>
          <a:xfrm>
            <a:off x="812800" y="3695700"/>
            <a:ext cx="22758400" cy="91821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>
            <a:off x="11353800" y="774700"/>
            <a:ext cx="1663700" cy="7366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>
            <a:alphaModFix amt="50000"/>
          </a:blip>
          <a:stretch>
            <a:fillRect/>
          </a:stretch>
        </p:blipFill>
        <p:spPr>
          <a:xfrm>
            <a:off x="635000" y="406400"/>
            <a:ext cx="3873500" cy="7493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78500" y="1917700"/>
            <a:ext cx="12814300" cy="13589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40900" y="4419600"/>
            <a:ext cx="13004800" cy="76708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61600" y="6210300"/>
            <a:ext cx="11963400" cy="381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38300" y="4419600"/>
            <a:ext cx="6883400" cy="76708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-5400000">
            <a:off x="9893300" y="7302500"/>
            <a:ext cx="939800" cy="762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-5400000">
            <a:off x="9893300" y="9169400"/>
            <a:ext cx="939800" cy="762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-5400000">
            <a:off x="9893300" y="10985500"/>
            <a:ext cx="939800" cy="762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-16200000">
            <a:off x="8166100" y="7861300"/>
            <a:ext cx="1371600" cy="8001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287000" y="5003800"/>
            <a:ext cx="8928100" cy="9017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680700" y="7048500"/>
            <a:ext cx="11379200" cy="6223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680700" y="8826500"/>
            <a:ext cx="11379200" cy="8001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680700" y="10642600"/>
            <a:ext cx="11379200" cy="8001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044700" y="7391400"/>
            <a:ext cx="6070600" cy="29972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530600" y="5422900"/>
            <a:ext cx="3086100" cy="812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5000"/>
          </a:blip>
          <a:stretch>
            <a:fillRect/>
          </a:stretch>
        </p:blipFill>
        <p:spPr>
          <a:xfrm>
            <a:off x="812800" y="3695700"/>
            <a:ext cx="22758400" cy="91821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>
            <a:off x="11353800" y="774700"/>
            <a:ext cx="1663700" cy="7366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9000" y="4508500"/>
            <a:ext cx="18034000" cy="13970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99000" y="6515100"/>
            <a:ext cx="18034000" cy="13970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52600" y="4597400"/>
            <a:ext cx="2463800" cy="12446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51700" y="1917700"/>
            <a:ext cx="9893300" cy="13589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51000" y="6591300"/>
            <a:ext cx="2463800" cy="12446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5399999">
            <a:off x="2552700" y="6172200"/>
            <a:ext cx="571500" cy="1143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9000" y="8661400"/>
            <a:ext cx="18034000" cy="13970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99000" y="10655300"/>
            <a:ext cx="18034000" cy="13970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52600" y="8737600"/>
            <a:ext cx="2463800" cy="12446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51000" y="10744200"/>
            <a:ext cx="2463800" cy="12446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5399999">
            <a:off x="2552700" y="10312400"/>
            <a:ext cx="571500" cy="1143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5399999">
            <a:off x="2590800" y="8242300"/>
            <a:ext cx="571500" cy="1143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222500" y="4813300"/>
            <a:ext cx="1117600" cy="9398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184400" y="6781800"/>
            <a:ext cx="1117600" cy="10414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222500" y="8890000"/>
            <a:ext cx="1117600" cy="1041400"/>
          </a:xfrm>
          <a:prstGeom prst="rect">
            <a:avLst/>
          </a:prstGeom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184400" y="10883900"/>
            <a:ext cx="1117600" cy="1041400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931400" y="4838700"/>
            <a:ext cx="7581900" cy="825500"/>
          </a:xfrm>
          <a:prstGeom prst="rect">
            <a:avLst/>
          </a:prstGeom>
        </p:spPr>
      </p:pic>
      <p:pic>
        <p:nvPicPr>
          <p:cNvPr id="21" name="Picture 21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575800" y="6858000"/>
            <a:ext cx="8991600" cy="736600"/>
          </a:xfrm>
          <a:prstGeom prst="rect">
            <a:avLst/>
          </a:prstGeom>
        </p:spPr>
      </p:pic>
      <p:pic>
        <p:nvPicPr>
          <p:cNvPr id="22" name="Picture 22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1353800" y="8966200"/>
            <a:ext cx="6273800" cy="825500"/>
          </a:xfrm>
          <a:prstGeom prst="rect">
            <a:avLst/>
          </a:prstGeom>
        </p:spPr>
      </p:pic>
      <p:pic>
        <p:nvPicPr>
          <p:cNvPr id="23" name="Picture 23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0198100" y="10947400"/>
            <a:ext cx="7747000" cy="825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>
            <a:off x="11353800" y="774700"/>
            <a:ext cx="1663700" cy="7366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>
            <a:alphaModFix amt="5000"/>
          </a:blip>
          <a:stretch>
            <a:fillRect/>
          </a:stretch>
        </p:blipFill>
        <p:spPr>
          <a:xfrm>
            <a:off x="812800" y="3695700"/>
            <a:ext cx="22758400" cy="91821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06000" y="2032000"/>
            <a:ext cx="5143500" cy="1358900"/>
          </a:xfrm>
          <a:prstGeom prst="rect">
            <a:avLst/>
          </a:prstGeom>
        </p:spPr>
      </p:pic>
      <p:pic>
        <p:nvPicPr>
          <p:cNvPr id="9" name="그림 8" descr="텍스트, 스크린샷, 소프트웨어, 멀티미디어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8439CD7-2C65-5D6F-02DA-6B9186029C7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3000" y="3666392"/>
            <a:ext cx="10541000" cy="4965641"/>
          </a:xfrm>
          <a:prstGeom prst="rect">
            <a:avLst/>
          </a:prstGeom>
        </p:spPr>
      </p:pic>
      <p:pic>
        <p:nvPicPr>
          <p:cNvPr id="11" name="그림 10" descr="스크린샷, 텍스트, 소프트웨어, 컴퓨터 아이콘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3405D74-2680-6E9A-EB01-AB8E761811B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50081" y="7316856"/>
            <a:ext cx="12159639" cy="5734483"/>
          </a:xfrm>
          <a:prstGeom prst="rect">
            <a:avLst/>
          </a:prstGeom>
        </p:spPr>
      </p:pic>
      <p:pic>
        <p:nvPicPr>
          <p:cNvPr id="13" name="그림 12" descr="텍스트, 스크린샷, 번호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D8409AA-E48C-70CA-E31C-71F1EC6AF7C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701585" y="3695700"/>
            <a:ext cx="10486719" cy="495875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A0603E-72EA-D510-FB09-1A2480C567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68FBF338-B075-6B84-E002-817A602A59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>
            <a:off x="11353800" y="774700"/>
            <a:ext cx="1663700" cy="7366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06D43165-2A8B-98DD-6438-AF3099E476A8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"/>
          </a:blip>
          <a:stretch>
            <a:fillRect/>
          </a:stretch>
        </p:blipFill>
        <p:spPr>
          <a:xfrm>
            <a:off x="812800" y="3695700"/>
            <a:ext cx="22758400" cy="9182100"/>
          </a:xfrm>
          <a:prstGeom prst="rect">
            <a:avLst/>
          </a:prstGeom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1749DD8B-2460-1377-6E5E-E9BE39E854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06000" y="2032000"/>
            <a:ext cx="5143500" cy="1358900"/>
          </a:xfrm>
          <a:prstGeom prst="rect">
            <a:avLst/>
          </a:prstGeom>
        </p:spPr>
      </p:pic>
      <p:pic>
        <p:nvPicPr>
          <p:cNvPr id="7" name="그림 6" descr="스크린샷, 텍스트, 소프트웨어, 컴퓨터 아이콘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3AC262E-28BE-B1CB-D066-3655EBD4D30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6750" y="3352808"/>
            <a:ext cx="13040946" cy="6180156"/>
          </a:xfrm>
          <a:prstGeom prst="rect">
            <a:avLst/>
          </a:prstGeom>
        </p:spPr>
      </p:pic>
      <p:pic>
        <p:nvPicPr>
          <p:cNvPr id="14" name="그림 13" descr="텍스트, 스크린샷, 소프트웨어, 멀티미디어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EF7694B-82C3-9D9D-829A-454B0A46D89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99969" y="3695700"/>
            <a:ext cx="12570286" cy="5954346"/>
          </a:xfrm>
          <a:prstGeom prst="rect">
            <a:avLst/>
          </a:prstGeom>
        </p:spPr>
      </p:pic>
      <p:pic>
        <p:nvPicPr>
          <p:cNvPr id="15" name="그림 14" descr="텍스트, 스크린샷, 소프트웨어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5B37D41-1213-8412-D1F6-ED4FE97FD5A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62600" y="7854898"/>
            <a:ext cx="12459677" cy="5843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05165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>
            <a:off x="11353800" y="774700"/>
            <a:ext cx="1663700" cy="7366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>
            <a:alphaModFix amt="5000"/>
          </a:blip>
          <a:stretch>
            <a:fillRect/>
          </a:stretch>
        </p:blipFill>
        <p:spPr>
          <a:xfrm>
            <a:off x="812800" y="3695700"/>
            <a:ext cx="22758400" cy="91821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20100" y="1917700"/>
            <a:ext cx="7531100" cy="13589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0" y="4864100"/>
            <a:ext cx="9156700" cy="46863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62100" y="10706100"/>
            <a:ext cx="21272500" cy="9906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58A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1800" y="5524500"/>
            <a:ext cx="13373100" cy="3556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270</TotalTime>
  <Words>0</Words>
  <Application>Microsoft Office PowerPoint</Application>
  <PresentationFormat>사용자 지정</PresentationFormat>
  <Paragraphs>0</Paragraphs>
  <Slides>11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4" baseType="lpstr">
      <vt:lpstr>Calibri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차지현</dc:creator>
  <cp:lastModifiedBy>지현 차</cp:lastModifiedBy>
  <cp:revision>2</cp:revision>
  <dcterms:created xsi:type="dcterms:W3CDTF">2006-08-16T00:00:00Z</dcterms:created>
  <dcterms:modified xsi:type="dcterms:W3CDTF">2025-12-12T02:42:28Z</dcterms:modified>
</cp:coreProperties>
</file>